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5143500" cy="9144000"/>
  <p:embeddedFontLst>
    <p:embeddedFont>
      <p:font typeface="Arial Black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OnozBiNhuSShIw0fs82lV/TGQ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-64168" y="2200346"/>
            <a:ext cx="9144000" cy="7315"/>
          </a:xfrm>
          <a:prstGeom prst="rect">
            <a:avLst/>
          </a:prstGeom>
          <a:solidFill>
            <a:srgbClr val="0038FF">
              <a:alpha val="30196"/>
            </a:srgbClr>
          </a:solidFill>
          <a:ln cap="flat" cmpd="sng" w="12700">
            <a:solidFill>
              <a:srgbClr val="0038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5303520" y="0"/>
            <a:ext cx="7315" cy="5143500"/>
          </a:xfrm>
          <a:prstGeom prst="rect">
            <a:avLst/>
          </a:prstGeom>
          <a:solidFill>
            <a:srgbClr val="FFFFFF">
              <a:alpha val="18039"/>
            </a:srgbClr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AGENTIC AI — STAKEHOLDER PRESENTATION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48640" y="777240"/>
            <a:ext cx="4572000" cy="1880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b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80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br>
              <a:rPr b="1" lang="en-US" sz="280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2301029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A8C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A0A8C0"/>
                </a:solidFill>
                <a:latin typeface="Calibri"/>
                <a:ea typeface="Calibri"/>
                <a:cs typeface="Calibri"/>
                <a:sym typeface="Calibri"/>
              </a:rPr>
              <a:t>An AI-powered agentic system that autonomously manages projects across your Microsoft 365 tenant — from data consolidation to individual project governance.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461772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880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06880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47823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Microsoft 365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377440" y="461772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880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06880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377440" y="47823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SharePoint + PowerBI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206240" y="4617720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6880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606880"/>
                </a:solidFill>
                <a:latin typeface="Calibri"/>
                <a:ea typeface="Calibri"/>
                <a:cs typeface="Calibri"/>
                <a:sym typeface="Calibri"/>
              </a:rPr>
              <a:t>MODES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206240" y="47823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Operational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3F55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3A3F55"/>
                </a:solidFill>
                <a:latin typeface="Calibri"/>
                <a:ea typeface="Calibri"/>
                <a:cs typeface="Calibri"/>
                <a:sym typeface="Calibri"/>
              </a:rPr>
              <a:t>01 / 11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917394" y="2788884"/>
            <a:ext cx="26087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4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Poorrnima Palanisamy Vetrivelan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5917394" y="3516976"/>
            <a:ext cx="2713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Sai Shruthi Sridhar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5917394" y="3824745"/>
            <a:ext cx="222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Megha Narendra Simha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2355" y="618631"/>
            <a:ext cx="2197741" cy="112525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551980" y="3694785"/>
            <a:ext cx="45799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Mentor: 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Satish Kumar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B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62179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0A0E1A"/>
                </a:solidFill>
                <a:latin typeface="Arial Black"/>
                <a:ea typeface="Arial Black"/>
                <a:cs typeface="Arial Black"/>
                <a:sym typeface="Arial Black"/>
              </a:rPr>
              <a:t>Two Operational Modes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325880"/>
            <a:ext cx="384048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3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1325880"/>
            <a:ext cx="3840480" cy="1005840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0A0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13232" y="138988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A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070A0"/>
                </a:solidFill>
                <a:latin typeface="Calibri"/>
                <a:ea typeface="Calibri"/>
                <a:cs typeface="Calibri"/>
                <a:sym typeface="Calibri"/>
              </a:rPr>
              <a:t>MODE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13232" y="1591056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 Black"/>
              <a:buNone/>
            </a:pPr>
            <a:r>
              <a:rPr b="1" lang="en-US" sz="1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Master Project Mode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840480" y="1417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🏛️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13232" y="2551176"/>
            <a:ext cx="109728" cy="109728"/>
          </a:xfrm>
          <a:prstGeom prst="ellipse">
            <a:avLst/>
          </a:prstGeom>
          <a:solidFill>
            <a:srgbClr val="0038FF"/>
          </a:solidFill>
          <a:ln cap="flat" cmpd="sng" w="12700">
            <a:solidFill>
              <a:srgbClr val="003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14400" y="251460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1A — Project Master Consolidation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14400" y="277063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Autonomously scans all SharePoint groups, identifies project files, and syncs data into PowerBI MasterSheet with Paste-as-Values precision.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13232" y="3557016"/>
            <a:ext cx="109728" cy="109728"/>
          </a:xfrm>
          <a:prstGeom prst="ellipse">
            <a:avLst/>
          </a:prstGeom>
          <a:solidFill>
            <a:srgbClr val="0038FF"/>
          </a:solidFill>
          <a:ln cap="flat" cmpd="sng" w="12700">
            <a:solidFill>
              <a:srgbClr val="003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14400" y="352044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1B — Access Monitor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14400" y="377647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Audits Team Member records against live tenant group membership to identify and flag access drift.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13232" y="4572000"/>
            <a:ext cx="1097280" cy="201168"/>
          </a:xfrm>
          <a:prstGeom prst="rect">
            <a:avLst/>
          </a:prstGeom>
          <a:solidFill>
            <a:srgbClr val="EBF0FF"/>
          </a:solidFill>
          <a:ln cap="flat" cmpd="sng" w="12700">
            <a:solidFill>
              <a:srgbClr val="EB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13232" y="457200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All Groups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901952" y="4572000"/>
            <a:ext cx="1097280" cy="201168"/>
          </a:xfrm>
          <a:prstGeom prst="rect">
            <a:avLst/>
          </a:prstGeom>
          <a:solidFill>
            <a:srgbClr val="EBF0FF"/>
          </a:solidFill>
          <a:ln cap="flat" cmpd="sng" w="12700">
            <a:solidFill>
              <a:srgbClr val="EB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901952" y="457200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PowerBI Sync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090672" y="4572000"/>
            <a:ext cx="1097280" cy="201168"/>
          </a:xfrm>
          <a:prstGeom prst="rect">
            <a:avLst/>
          </a:prstGeom>
          <a:solidFill>
            <a:srgbClr val="EBF0FF"/>
          </a:solidFill>
          <a:ln cap="flat" cmpd="sng" w="12700">
            <a:solidFill>
              <a:srgbClr val="EB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090672" y="457200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Audit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754880" y="1325880"/>
            <a:ext cx="384048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3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754880" y="1325880"/>
            <a:ext cx="3840480" cy="1005840"/>
          </a:xfrm>
          <a:prstGeom prst="rect">
            <a:avLst/>
          </a:prstGeom>
          <a:solidFill>
            <a:srgbClr val="0038FF"/>
          </a:solidFill>
          <a:ln cap="flat" cmpd="sng" w="12700">
            <a:solidFill>
              <a:srgbClr val="003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919472" y="138988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D0FF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C0D0FF"/>
                </a:solidFill>
                <a:latin typeface="Calibri"/>
                <a:ea typeface="Calibri"/>
                <a:cs typeface="Calibri"/>
                <a:sym typeface="Calibri"/>
              </a:rPr>
              <a:t>MODE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919472" y="1591056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 Black"/>
              <a:buNone/>
            </a:pPr>
            <a:r>
              <a:rPr b="1" lang="en-US" sz="19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Individual Project Mode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065008" y="1417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919472" y="2551176"/>
            <a:ext cx="109728" cy="109728"/>
          </a:xfrm>
          <a:prstGeom prst="ellipse">
            <a:avLst/>
          </a:prstGeom>
          <a:solidFill>
            <a:srgbClr val="FF3C00"/>
          </a:solidFill>
          <a:ln cap="flat" cmpd="sng" w="12700">
            <a:solidFill>
              <a:srgbClr val="FF3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120640" y="251460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Scoped Project Management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120640" y="277063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One project per session — browse available projects from the Summary Sheet and lock scope to work safely without cross-project contamination.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919472" y="3557016"/>
            <a:ext cx="109728" cy="109728"/>
          </a:xfrm>
          <a:prstGeom prst="ellipse">
            <a:avLst/>
          </a:prstGeom>
          <a:solidFill>
            <a:srgbClr val="FF3C00"/>
          </a:solidFill>
          <a:ln cap="flat" cmpd="sng" w="12700">
            <a:solidFill>
              <a:srgbClr val="FF3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120640" y="352044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Full Lifecycle Actions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120640" y="3776472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Create, manage, and remove projects, members, and files. Summarise project status and download documents — all autonomously.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919472" y="4572000"/>
            <a:ext cx="1508760" cy="201168"/>
          </a:xfrm>
          <a:prstGeom prst="rect">
            <a:avLst/>
          </a:prstGeom>
          <a:solidFill>
            <a:srgbClr val="FFF0EC"/>
          </a:solidFill>
          <a:ln cap="flat" cmpd="sng" w="12700">
            <a:solidFill>
              <a:srgbClr val="FFF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919472" y="457200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C0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Single Project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565392" y="4572000"/>
            <a:ext cx="1508760" cy="201168"/>
          </a:xfrm>
          <a:prstGeom prst="rect">
            <a:avLst/>
          </a:prstGeom>
          <a:solidFill>
            <a:srgbClr val="FFF0EC"/>
          </a:solidFill>
          <a:ln cap="flat" cmpd="sng" w="12700">
            <a:solidFill>
              <a:srgbClr val="FFF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565392" y="457200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C0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CRUD Operations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B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/>
          <p:nvPr/>
        </p:nvSpPr>
        <p:spPr>
          <a:xfrm>
            <a:off x="548640" y="32004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MODE 2 CAPABILITIES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48640" y="521208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0A0E1A"/>
                </a:solidFill>
                <a:latin typeface="Arial Black"/>
                <a:ea typeface="Arial Black"/>
                <a:cs typeface="Arial Black"/>
                <a:sym typeface="Arial Black"/>
              </a:rPr>
              <a:t>9 Actions, Zero Manual Steps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48640" y="1188720"/>
            <a:ext cx="2697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3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58368" y="128016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078992" y="128016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View Members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58368" y="162763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Reads Team Members sheet, displays active members, filters TBD.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429000" y="1188720"/>
            <a:ext cx="2697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3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538728" y="128016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959352" y="128016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Create Project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538728" y="162763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Copies template, renames, assigns manager &amp; members end-to-end.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309360" y="1188720"/>
            <a:ext cx="2697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3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419088" y="128016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🗑️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839712" y="128016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Remove Project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419088" y="162763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Deletes SharePoint file and updates tracker in one operation.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40" y="2423160"/>
            <a:ext cx="2697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3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58368" y="251460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078992" y="251460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Add Member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58368" y="286207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Fills TBD slot, adds user to group, syncs all SharePoint files.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429000" y="2423160"/>
            <a:ext cx="2697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3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538728" y="251460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➖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959352" y="251460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Remove Member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538728" y="286207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Removes from group, replaces entry with TBD, syncs everywhere.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309360" y="2423160"/>
            <a:ext cx="2697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3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419088" y="251460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839712" y="251460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Summarise File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419088" y="286207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Iterates every sheet, identifies most recent activity &amp; owner.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48640" y="3657600"/>
            <a:ext cx="2697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3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58368" y="374904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078992" y="374904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Download Docs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58368" y="409651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Provides direct download links to any SharePoint document.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429000" y="3657600"/>
            <a:ext cx="2697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3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538728" y="374904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959352" y="374904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Tenant Users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538728" y="409651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Displays full user list with username, email, license details.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309360" y="3657600"/>
            <a:ext cx="2697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3D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419088" y="374904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🏗️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839712" y="374904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0E1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A0E1A"/>
                </a:solidFill>
                <a:latin typeface="Calibri"/>
                <a:ea typeface="Calibri"/>
                <a:cs typeface="Calibri"/>
                <a:sym typeface="Calibri"/>
              </a:rPr>
              <a:t>Create Group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419088" y="409651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Provisions new M365 group via Group Creation skill.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D7C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4D7CFF"/>
                </a:solidFill>
                <a:latin typeface="Calibri"/>
                <a:ea typeface="Calibri"/>
                <a:cs typeface="Calibri"/>
                <a:sym typeface="Calibri"/>
              </a:rPr>
              <a:t>TECHNICAL FOUNDATION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48640" y="621792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Powered by 25+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lang="en-US" sz="32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Integrated Skills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173736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A8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0A8C0"/>
                </a:solidFill>
                <a:latin typeface="Calibri"/>
                <a:ea typeface="Calibri"/>
                <a:cs typeface="Calibri"/>
                <a:sym typeface="Calibri"/>
              </a:rPr>
              <a:t>Every agent action is backed by a dedicated M365 skill, ensuring reliable, auditable, and repeatable automation across your tenant.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48640" y="2487168"/>
            <a:ext cx="1627632" cy="256032"/>
          </a:xfrm>
          <a:prstGeom prst="rect">
            <a:avLst/>
          </a:prstGeom>
          <a:solidFill>
            <a:srgbClr val="0A1840"/>
          </a:solidFill>
          <a:ln cap="flat" cmpd="sng" w="12700">
            <a:solidFill>
              <a:srgbClr val="003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48640" y="2487168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M365 Graph Groups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267712" y="2487168"/>
            <a:ext cx="1627632" cy="256032"/>
          </a:xfrm>
          <a:prstGeom prst="rect">
            <a:avLst/>
          </a:prstGeom>
          <a:solidFill>
            <a:srgbClr val="0A1840"/>
          </a:solidFill>
          <a:ln cap="flat" cmpd="sng" w="12700">
            <a:solidFill>
              <a:srgbClr val="003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267712" y="2487168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M365 SharePoint Excel Read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986784" y="2487168"/>
            <a:ext cx="1627632" cy="256032"/>
          </a:xfrm>
          <a:prstGeom prst="rect">
            <a:avLst/>
          </a:prstGeom>
          <a:solidFill>
            <a:srgbClr val="0A1840"/>
          </a:solidFill>
          <a:ln cap="flat" cmpd="sng" w="12700">
            <a:solidFill>
              <a:srgbClr val="003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986784" y="2487168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M365 Copy Sheet Contents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705856" y="2487168"/>
            <a:ext cx="1627632" cy="256032"/>
          </a:xfrm>
          <a:prstGeom prst="rect">
            <a:avLst/>
          </a:prstGeom>
          <a:solidFill>
            <a:srgbClr val="0A1840"/>
          </a:solidFill>
          <a:ln cap="flat" cmpd="sng" w="12700">
            <a:solidFill>
              <a:srgbClr val="003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705856" y="2487168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M365 Site IDs Retrieve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424928" y="2487168"/>
            <a:ext cx="1627632" cy="256032"/>
          </a:xfrm>
          <a:prstGeom prst="rect">
            <a:avLst/>
          </a:prstGeom>
          <a:solidFill>
            <a:srgbClr val="0A1840"/>
          </a:solidFill>
          <a:ln cap="flat" cmpd="sng" w="12700">
            <a:solidFill>
              <a:srgbClr val="003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424928" y="2487168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8FF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0038FF"/>
                </a:solidFill>
                <a:latin typeface="Calibri"/>
                <a:ea typeface="Calibri"/>
                <a:cs typeface="Calibri"/>
                <a:sym typeface="Calibri"/>
              </a:rPr>
              <a:t>M365 Graph Copy Document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2834640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48640" y="2834640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Read User Data Agent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267712" y="2834640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267712" y="2834640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User Creation Graph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986784" y="2834640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986784" y="2834640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Group User Level Graph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705856" y="2834640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705856" y="2834640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Removal User from Group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424928" y="2834640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424928" y="2834640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Add User in Group Graph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48640" y="3182112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48640" y="3182112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Graph License Data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2267712" y="3182112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2267712" y="3182112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Graph Assign License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986784" y="3182112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986784" y="3182112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Graph Group Members List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705856" y="3182112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705856" y="3182112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SharePoint Graph API User List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424928" y="3182112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7424928" y="3182112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List Documents SharePoint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48640" y="3529584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48640" y="3529584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Edit SharePoint Files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2267712" y="3529584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267712" y="3529584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SharePoint Edit 2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3986784" y="3529584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986784" y="3529584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SharePoint List Excel Sheet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705856" y="3529584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705856" y="3529584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Get OneDrive Drive ID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7424928" y="3529584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7424928" y="3529584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List Documents OneDrive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48640" y="3877056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48640" y="3877056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OneDrive Share Folder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2267712" y="3877056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2267712" y="3877056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Share OneDrive Folder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3986784" y="3877056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3986784" y="3877056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Edit Site Graph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5705856" y="3877056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705856" y="3877056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Group Creation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7424928" y="3877056"/>
            <a:ext cx="1627632" cy="256032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FFFFFF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7424928" y="3877056"/>
            <a:ext cx="16276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878A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6878A0"/>
                </a:solidFill>
                <a:latin typeface="Calibri"/>
                <a:ea typeface="Calibri"/>
                <a:cs typeface="Calibri"/>
                <a:sym typeface="Calibri"/>
              </a:rPr>
              <a:t>M365 Site Page List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2026-02-24T01:26:30Z</dcterms:created>
  <dc:creator>Poorrnima Palanisamy Vetrivelan, Sai Shuruthi Sridhar, Megha Narendra Simha</dc:creator>
</cp:coreProperties>
</file>